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walkthrough I'd use with an SRE-led customer. What an incident feels like today, what it would feel like with this pattern, and what the rollout looks like. The mid-product is shorter time-to-triage.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Acme Trading is a stand-in. The real customer's pain is usually a slow on-call and a support team that finds out about incidents from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on-call experience is the customer pain. Most SRE teams have monitoring; they don't have triage. The difference is the SE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'investment' column is the one that unlocks budget. Don't skip it. Find the moment of pain and link the dashboard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simple. Same metric names on both services, separated by the `job` label. That's what makes dashboards reusable and side-by-side comparisons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all four. Open Grafana to whichever one the customer's pain maps to first. Usually that's Dependencies — 'Is it us or them?' is the panel that earns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mental model is what you're selling here. On-call doesn't memorize thresholds — they notice when the shape of the dashboard changes. The three KPIs are the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latency injection live. Don't narrate every click — let the audience watch the panel turn red. The verdict matters more than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showstopper. Let the audience look at it for five seconds before you say anything. The visual is unambiguous and that's the whole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depth-flex. Most candidates show latency and outage. Showing fan-out tells the interviewer you've thought about real-world incident patterns, not textbook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customer says 'my position lookup failed at 3:47am,' you grep both services for one ID. That's the value of cheap tracing — you don't need OpenTelemetry on day one to do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is short enough to fit in a sprint. Each one has a deliverable the customer can demo internally. That's how you get funding for step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contact info visible for the duration of Q&amp;A. If they ask something you can't answer cold, follow up by EOD.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>
                <a:solidFill>
                  <a:srgbClr val="1A1A1A"/>
                </a:solidFill>
                <a:latin typeface="Helvetica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>
                <a:solidFill>
                  <a:srgbClr val="1E40AF"/>
                </a:solidFill>
                <a:latin typeface="Helvetica"/>
              </a:rPr>
              <a:t>&amp; Incident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297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Helvetica"/>
              </a:rPr>
              <a:t>Translating dashboards into faster incident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669280"/>
            <a:ext cx="365760" cy="3657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779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Helvetica"/>
              </a:rPr>
              <a:t>Abdiladif Haibah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447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Backend Engineer → Sales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Meet the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Acme Trading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Helvetica"/>
              </a:rP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Helvetica"/>
              </a:rPr>
              <a:t>Series C fintech, ~400 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Helvetica"/>
              </a:rPr>
              <a:t>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Helvetica"/>
              </a:rPr>
              <a:t>High-traffic backend touching 6+ downstreams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74320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Helvetica"/>
              </a:rPr>
              <a:t>STAKEHOLDERS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34290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Helvetica"/>
              </a:rPr>
              <a:t>SRE · Engineering · Support ·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What's broken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Six pains that all reduce to one number: time-to-triage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Helvetica"/>
              </a:rPr>
              <a:t>Customer-detected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First signal is a support ticket, not a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33172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Helvetica"/>
              </a:rPr>
              <a:t>15–30 min triage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517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Most of it spent deciding which service to blame.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Helvetica"/>
              </a:rPr>
              <a:t>Alert fatigue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On-call ignores real signals because noise won.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840480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Helvetica"/>
              </a:rPr>
              <a:t>No shared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605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Eng, support, leadership look at different tabs.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49239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1207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Helvetica"/>
              </a:rPr>
              <a:t>Recurring root causes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79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Same incident again because data isn't visible.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5349239"/>
            <a:ext cx="109728" cy="10972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21207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Helvetica"/>
              </a:rPr>
              <a:t>Slow customer comms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669279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Helvetica"/>
              </a:rPr>
              <a:t>Status page lags 20+ minutes behind reality.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Discovery: what I'd ask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Six questions across the three areas that drive the conversation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457200" cy="45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Helvetica"/>
              </a:rPr>
              <a:t>Current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3474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Helvetica"/>
              </a:rPr>
              <a:t>•  What tooling do you use today for metrics, logs, traces?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Helvetica"/>
              </a:rPr>
              <a:t>•  How many places does someone look during an incident?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377440"/>
            <a:ext cx="457200" cy="45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5603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Helvetica"/>
              </a:rPr>
              <a:t>Incidents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54680"/>
            <a:ext cx="3474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Helvetica"/>
              </a:rPr>
              <a:t>•  How many alerts per shift? What % are real?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Helvetica"/>
              </a:rPr>
              <a:t>•  Has the team spent 30+ min deciding which service is the cause?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2377440"/>
            <a:ext cx="457200" cy="457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5603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Helvetica"/>
              </a:rPr>
              <a:t>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59" y="3154680"/>
            <a:ext cx="3474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Helvetica"/>
              </a:rPr>
              <a:t>•  What was the last incident that hurt revenue?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Helvetica"/>
              </a:rPr>
              <a:t>•  What would justify funding observability this quarter?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Two instrumented services, scraped by Prometheus, surfaced by Grafana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40AF"/>
                </a:solidFill>
                <a:latin typeface="Helvetica"/>
              </a:rP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nlo"/>
              </a:rPr>
              <a:t>:8000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enlo"/>
              </a:rPr>
              <a:t>instrumented · /metrics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1945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46888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40AF"/>
                </a:solidFill>
                <a:latin typeface="Helvetica"/>
              </a:rPr>
              <a:t>Downstream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7797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nlo"/>
              </a:rPr>
              <a:t>:8001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429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Menlo"/>
              </a:rPr>
              <a:t>instrumented · /metrics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2788920"/>
            <a:ext cx="6126480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57600" y="2331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nlo"/>
              </a:rPr>
              <a:t>HTTP + X-Request-Id (propagated end-to-end)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93192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elvetica"/>
              </a:rPr>
              <a:t>Prometheus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348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BEAFE"/>
                </a:solidFill>
                <a:latin typeface="Menlo"/>
              </a:rPr>
              <a:t>:9090 · 10s scrape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3383280"/>
            <a:ext cx="2834640" cy="5943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223760" y="3383280"/>
            <a:ext cx="3566160" cy="5943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0" y="54864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623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40AF"/>
                </a:solidFill>
                <a:latin typeface="Helvetica"/>
              </a:rPr>
              <a:t>Grafana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989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enlo"/>
              </a:rPr>
              <a:t>:3000 · 4 dashboards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846320"/>
            <a:ext cx="0" cy="59436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80960" y="5029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nlo"/>
              </a:rPr>
              <a:t>PromQL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8521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Helvetica"/>
              </a:rPr>
              <a:t>→  On-call engineer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Four dashboards, four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Each one answers exactly one thing the on-call needs to 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DASHBOARD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elvetica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Helvetica"/>
              </a:rPr>
              <a:t>Is the platform healthy right 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enlo"/>
              </a:rPr>
              <a:t>Request rate · 5xx % · p95 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28600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1460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DASHBOARD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elvetica"/>
              </a:rPr>
              <a:t>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00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Helvetica"/>
              </a:rPr>
              <a:t>Where is the slowness?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66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enlo"/>
              </a:rPr>
              <a:t>Per-endpoint p50 / p95 / p99 over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DASHBOARD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elvetica"/>
              </a:rPr>
              <a:t>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Helvetica"/>
              </a:rPr>
              <a:t>What's failing and how often?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enlo"/>
              </a:rPr>
              <a:t>5xx rate by endpoint · status-code mix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0624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434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  <a:latin typeface="Helvetica"/>
              </a:rPr>
              <a:t>DASHBOARD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Helvetica"/>
              </a:rPr>
              <a:t>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120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Helvetica"/>
              </a:rPr>
              <a:t>Is it us or them?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486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Menlo"/>
              </a:rPr>
              <a:t>Downstream success rate vs our success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What healthy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Three numbers worth memorizing — anything else is a 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Helvetica"/>
              </a:rPr>
              <a:t>REQUEST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Helvetica"/>
              </a:rPr>
              <a:t>12 req/s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elvetica"/>
              </a:rPr>
              <a:t>Steady-state weekday traffic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880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Helvetica"/>
              </a:rPr>
              <a:t>5xx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3756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Helvetica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343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elvetica"/>
              </a:rPr>
              <a:t>Zero is the target — anything else investigates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5603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2880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Helvetica"/>
              </a:rPr>
              <a:t>p95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333756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Helvetica"/>
              </a:rPr>
              <a:t>80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43434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elvetica"/>
              </a:rPr>
              <a:t>Under 100ms feels instant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Helvetica"/>
              </a:rPr>
              <a:t>"Any drift from this picture is a signal."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Demo: 800ms latency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From injection to actionable triage in 15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237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Inject 800ms downstream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8529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enlo"/>
              </a:rPr>
              <a:t>./scripts/incident.sh latency 800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381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Overview p95 turns 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7673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enlo"/>
              </a:rPr>
              <a:t>Within one Prometheus scrape (~10s)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3525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Latency dashboard: positions worst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6817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enlo"/>
              </a:rPr>
              <a:t>Fan-out endpoint amplifies the cascade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2120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2669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Dependencies: downstream p95 1:1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5961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enlo"/>
              </a:rPr>
              <a:t>Tracks api p95 → it's the downstream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468880"/>
            <a:ext cx="3017520" cy="33832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6974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Helvetica"/>
              </a:rPr>
              <a:t>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1089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Helvetica"/>
              </a:rPr>
              <a:t>It's the downstream.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20624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Helvetica"/>
              </a:rPr>
              <a:t>Pricing service latency is up. Page the vendor; status-page customers; we have the data to skip the argument phase entirely.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Demo: total outage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The single most useful panel in the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Helvetica"/>
              </a:rPr>
              <a:t>DOWNSTREAM SUCCESS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DC2626"/>
                </a:solidFill>
                <a:latin typeface="Helvetica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74151"/>
                </a:solidFill>
                <a:latin typeface="Helvetica"/>
              </a:rPr>
              <a:t>100% of requests failing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46888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Helvetica"/>
              </a:rPr>
              <a:t>API SUCCESS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059669"/>
                </a:solidFill>
                <a:latin typeface="Helvetica"/>
              </a:rPr>
              <a:t>~40%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66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374151"/>
                </a:solidFill>
                <a:latin typeface="Helvetica"/>
              </a:rPr>
              <a:t>Health + account endpoints still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Helvetica"/>
              </a:rPr>
              <a:t>"Two lines, two seconds — you know it's the downstream."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Demo: fan-out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The subtle failure mode most platforms miss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Menlo"/>
              </a:rPr>
              <a:t>GET /market/quote/AAPL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059669"/>
                </a:solidFill>
                <a:latin typeface="Helvetica"/>
              </a:rPr>
              <a:t>650ms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Helvetica"/>
              </a:rPr>
              <a:t>Single downstream call → acceptable. Looks fine on the Overview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Menlo"/>
              </a:rPr>
              <a:t>GET /accounts/{id}/positions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4612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DC2626"/>
                </a:solidFill>
                <a:latin typeface="Helvetica"/>
              </a:rPr>
              <a:t>4.2s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Helvetica"/>
              </a:rPr>
              <a:t>N positions × 600ms each. The big-customer experience is broken; the small-customer experience is fine.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"/>
              </a:rPr>
              <a:t>The dashboards have to break out per-endpoint latency, or you miss it entirely.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End-to-end tracing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One request ID. Two services. No tracing system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Helvetica"/>
              </a:rPr>
              <a:t>01  CLIENT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curl -H "X-Request-Id: trace-001" http://localhost:8000/market/quote/AAPL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Helvetica"/>
              </a:rPr>
              <a:t>02  API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enlo"/>
              </a:rPr>
              <a:t>{"requestId":"trace-001","service":"api","action":"quote.fetch"}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46320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Helvetica"/>
              </a:rPr>
              <a:t>03  DOWNSTREAM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enlo"/>
              </a:rPr>
              <a:t>{"requestId":"trace-001","service":"downstream","action":"pricing.lookup"}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Menlo"/>
              </a:rPr>
              <a:t>→  Same ID, both services. Grep instead of tracing.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Helvetica"/>
              </a:rPr>
              <a:t>Observability &amp; Incident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2011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Helvetica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Helvetica"/>
              </a:rPr>
              <a:t>From demo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Helvetica"/>
              </a:rPr>
              <a:t>Five steps. Three to six weeks. Each step earns budget for the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30-min SRE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072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Walk the metric model +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Menlo"/>
              </a:rPr>
              <a:t>Week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46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Pilot: 3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844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Wrap your top customer-facing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383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Menlo"/>
              </a:rPr>
              <a:t>Week 1–2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59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2335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5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Port 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61687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Drop the JSON into your 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16051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Menlo"/>
              </a:rPr>
              <a:t>Week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599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59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0059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Failure drill in staging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38927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On-call watches; quantify time-to-triage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93775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Menlo"/>
              </a:rPr>
              <a:t>Week 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77840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elvetic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77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Helvetica"/>
              </a:rPr>
              <a:t>Roll out endpoint-by-endpoint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1616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Sequence by customer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715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E40AF"/>
                </a:solidFill>
                <a:latin typeface="Menlo"/>
              </a:rPr>
              <a:t>Week 4+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1A1A1A"/>
                </a:solidFill>
                <a:latin typeface="Helvetica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Helvetica"/>
              </a:rPr>
              <a:t>Repo, dashboards, incident playbook — all in the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937760"/>
            <a:ext cx="365760" cy="36576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120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120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github.com/Abdiladif3/observability-incident-triage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532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abdiladif3h@gmail.com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43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"/>
              </a:rPr>
              <a:t>LinkedIn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943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Menlo"/>
              </a:rPr>
              <a:t>linkedin.com/in/abdiladif-haibah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